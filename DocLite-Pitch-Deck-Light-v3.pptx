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620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B3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Class I</c:v>
                  </c:pt>
                  <c:pt idx="1">
                    <c:v>Class III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620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PAPER. MORE PROOF.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Risk-Based Documentation Reduction Engine for Medical Devices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41148" cy="105156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9476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help you write 200 documents faster.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prove you only needed 80.”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 ·  3 advisory AI agents  ·  every decision clause-cited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stethoscope shouldn’t need the same paperwork as an implant.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Today, it gets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law already scales. 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MDR’s four risk classes exist precisely so a stethoscope isn’t treated like a heart implant. Risk-based documentation is the regulation’s explicit design — not our idea.
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doesn’t. 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Manufacturers run one uniform documentation checklist across all four classes — ~1,590 effort-hours of documents applied to every device, whatever its risk.
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nobody dares to cut. 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Omitting a document without defensible proof is a compliance risk, so teams write everything. The missing piece isn’t writing faster — it’s proof of what you’re allowed to leave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331720"/>
            <a:ext cx="416052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331720"/>
            <a:ext cx="45720" cy="25603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5146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0" y="365760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uniform documentation effort is provably unnecessary for a Class I device.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gets written anyway.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EXISTING TOOLS DON’T FIX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optimizes the wrong variable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4406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FormlyAI / Dovetail · Celegence CAPTIS · Greenlight Guru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200 documents faster.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440680" cy="3566160"/>
          </a:xfrm>
          <a:prstGeom prst="rect">
            <a:avLst/>
          </a:prstGeom>
          <a:solidFill>
            <a:srgbClr val="E3F2E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Risk-based reduction with regulatory proof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you only needed 80 of them — with clause-cited proof for every one removed.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Classify. Generate. Prove.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applicable EU MDR Annex VIII rule is evaluated; the strictest hit wins, per Annex VIII 3.5. Rule ties are stated, never hidden.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GENERATE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tracked artifacts sorted into Required, Conditional, or Eliminated for that exact class.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0839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decision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 13485 clause and EU MDR reference attach to every artifact — in all three buckets, eliminations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IT’S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 the edges, deterministic engine at the core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96596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025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text · device image (PNG/JPEG) · 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22585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24597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642616"/>
            <a:ext cx="5852160" cy="530352"/>
          </a:xfrm>
          <a:prstGeom prst="rect">
            <a:avLst/>
          </a:prstGeom>
          <a:solidFill>
            <a:srgbClr val="E3F2EF"/>
          </a:solidFill>
          <a:ln w="1778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791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AI agents — Intake Parser · Auditor · Narrator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293522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schema-constrained · offline mock fallback · advisory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1363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319272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3558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DeviceProfile — 16 typed attributes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36118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fill the same form a human uses; no privileged write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8130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995928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0325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 — classify.ts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2885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MDR Annex VIII · strictest rule wins · pure TypeScript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03120" y="44897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4672584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× filter — 35 artifacts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03120" y="49651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+ ISO 13485 / MDR / QMSR citation + effort-hours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03120" y="516636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534924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38581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— class card · bucket tabs · traceability · export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103120" y="56418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recomputes live · Markdown export with disclaimer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03920" y="2468880"/>
            <a:ext cx="3063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LLM GATEWAY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880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Reasoning, vision &amp; prose models. API key injected server-side by the proxy — never in the browser bundle.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MODELS BEHIND THE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model for each job — routed per call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· STRUCTURED EXTRACTION · VISION / OCR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 — Intake Parser · Agent 2 — Auditor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 reasoning tier. Parses free text and device images into the 16 typed profile attributes under a strict JSON schema, and independently re-classifies devices against Annex VIII to challenge the engine.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REPORT-QUALITY PROSE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3 — Narrator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Tuned for long-form writing. Turns each clause-cited elimination into 2–3 sentences of formal technical-file narrative, in the register an auditor expects.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 Mini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41248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/ LOW-COST UTILITY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agent — infrastructure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a newly entered API key with one cheap round-trip before accepting it, and stands by as a fallback route if the larger deployments are saturated.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schema-constrained (strict JSON), retried on gateway errors, and falls back to a deterministic offline mock — the demo never depends on any of these models being reachable.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DEFENSIBILITY ARGUMENT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parses and explains.
</a:t>
            </a:r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engine decides.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12848" y="35204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LLM output ever sets a device class or moves an artifact between buckets.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logic is plain, synchronous TypeScript.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in, same checklist out — every time. Fully reproducible, fully auditable, regression-gated.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direct answer to “you can’t let AI decide medical device compliance.” We don’t.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DECISION, TRACED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→ MDR reference → ISO clause — in all three buckets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C6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sepsis SaMD · Class III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MDR Art. 61 · Annex XIV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66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for Use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thermometer · Class IIa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§23.1(d) — omission possible for Class I/IIa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solidFill>
            <a:srgbClr val="E5F3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Software File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1248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scissors · Class 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§17.1 — n/a, no software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SCALES WITH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Effort-hours saved vs. the uniform-rigor baseline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148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2834640"/>
            <a:ext cx="48920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01752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I stethoscope sheds ~65% of the uniform paper trail; a Class III AI diagnostic keeps ~89% of it.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IIa and IIb fall between — each device’s exact savings come from its specific artifact mix, not a fixed interpolation.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IT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pre-verified devices, spanning Class I to III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2148840" cy="54864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STETHOSCOPE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Non-invasive, passive — baseline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94560"/>
            <a:ext cx="2148840" cy="54864"/>
          </a:xfrm>
          <a:prstGeom prst="rect">
            <a:avLst/>
          </a:prstGeom>
          <a:solidFill>
            <a:srgbClr val="5C9E52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44368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SURGICAL SCISSORS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44368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instrument — special label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2194560"/>
            <a:ext cx="2148840" cy="54864"/>
          </a:xfrm>
          <a:prstGeom prst="rect">
            <a:avLst/>
          </a:prstGeom>
          <a:solidFill>
            <a:srgbClr val="96690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IIa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02936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THERMOMETER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2936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low risk — conditional IFU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78624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194560"/>
            <a:ext cx="2148840" cy="54864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IIb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461504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HEMODIALYSIS MACHINE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1504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higher risk — life-supporting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37192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2194560"/>
            <a:ext cx="2148840" cy="54864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720072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SEPSIS SAMD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0072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as a medical device — highest scrutiny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─────────────────────────────→ 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WE’RE NOT CLAIMING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openly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26771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sign-off. An RA professional signs off — disclaimed in the UI and in every export.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Demo-scoped subset of Annex VIII. Rules 4, 12, and 15–22 (except 14) are not yet implemented.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“ELIMINATED”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13308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 regulatory minimum — a Notified Body or customer may still request the document.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946904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11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5065776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indicative mapping, not a product-code determination.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5879592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98448" y="21945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here sells speed on 200 documents.
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 sells proof that 120 of them were never required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the clause number to back up every one we cut.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8448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· 3 advisory AI agents · clause-cited eliminations · Vite + React 19 +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2026-07-09T09:35:06Z</dcterms:created>
  <dcterms:modified xsi:type="dcterms:W3CDTF">2026-07-09T09:35:06Z</dcterms:modified>
</cp:coreProperties>
</file>