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20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B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 I</c:v>
                  </c:pt>
                  <c:pt idx="1">
                    <c:v>Class III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20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1148" cy="105156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947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help you write 200 documents faster.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prove you only needed 80.”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 ·  3 advisory AI agents  ·  every decision clause-cited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— WHAT DOCLITE SOLVES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stethoscope shouldn’t need the same paperwork as an implant.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it gets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law already scales. 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MDR’s four risk classes exist precisely so a stethoscope isn’t treated like a heart implant. Risk-based documentation is the regulation’s explicit design — not our idea.
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doesn’t. 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Manufacturers run one uniform documentation checklist across all four classes — ~1,590 effort-hours of documents applied to every device, whatever its risk.
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nobody dares to cut. </a:t>
            </a:r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Omitting a document without defensible proof is a compliance risk, so teams write everything. The missing piece isn’t writing faster — it’s proof of what you’re allowed to leave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331720"/>
            <a:ext cx="41605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31720"/>
            <a:ext cx="45720" cy="25603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5146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0" y="365760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uniform documentation effort is provably unnecessary for a Class I device.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gets written anyway.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 TODAY — AND WHY DOCLITE WINS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 optimizes writing speed. Nobody optimizes scope.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130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drafting of regulatory 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130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every document faster — never asks if it’s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352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Celegence CAPTIS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2935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Technical-file authoring &amp; submission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2935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the full 200-doc pile — the pile itself is untouched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Greenlight Guru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eQMS workflow platform for medical devices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around uniform rigor — same checklist for every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517136"/>
            <a:ext cx="11155680" cy="1417320"/>
          </a:xfrm>
          <a:prstGeom prst="rect">
            <a:avLst/>
          </a:prstGeom>
          <a:solidFill>
            <a:srgbClr val="E3F2E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54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974336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risk deterministically, then eliminates what the law never required — with a clause citation on every cut.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 eliminated · Class 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77072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77072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IIa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13264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113264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III — rigor kept where risk 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 Rule ties are stated, never hidden.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tracked artifacts sorted into Required, Conditional, or Eliminated for that exact class.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EU MDR reference attach to every artifact — in all three buckets, eliminations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edges, deterministic engine at the core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025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device image (PNG/JPEG) · 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42616"/>
            <a:ext cx="5852160" cy="530352"/>
          </a:xfrm>
          <a:prstGeom prst="rect">
            <a:avLst/>
          </a:prstGeom>
          <a:solidFill>
            <a:srgbClr val="E3F2EF"/>
          </a:solidFill>
          <a:ln w="1778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791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 agents — Intake Parser · Auditor · Narrator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schema-constrained · offline mock fallback · advisory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1363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319272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355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 — 18 typed attributes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6118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fill the same form a human uses; no privileged write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8130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995928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032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— classify.ts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 · pure TypeScript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672584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× filter — 35 artifacts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49651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+ ISO 13485 / MDR / QMSR citation + effort-hours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534924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3858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class card · bucket tabs · traceability · export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03120" y="56418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 · Markdown export with disclaimer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Reasoning, vision &amp; prose models. API key injected server-side by the proxy — never in the browser bundle.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MODELS BEHIND THE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 for each job — routed per call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· STRUCTURED EXTRACTION · VISION / OCR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 — Intake Parser · Agent 2 — Auditor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reasoning tier. Parses free text and device images into the 16 typed profile attributes under a strict JSON schema, and independently re-classifies devices against Annex VIII to challenge the engine.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REPORT-QUALITY PROSE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 — Narrator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for long-form writing. Turns each clause-cited elimination into 2–3 sentences of formal technical-file narrative, in the register an auditor expects.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 Mini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/ LOW-COST UTILITY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agent — infrastructure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 newly entered API key with one cheap round-trip before accepting it, and stands by as a fallback route if the larger deployments are saturated.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schema-constrained (strict JSON), retried on gateway errors, and falls back to a deterministic offline mock — the demo never depends on any of these models being reachable.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12848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in, same checklist out — every time. Fully reproducible, fully auditable, regression-gated.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direct answer to “you can’t let AI decide medical device compliance.” We don’t.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KNOWLEDGE 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35 artifacts — and why 35, not 200?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QMS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manual, document/records control, CAPA, management review, audits, training, purchasing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DOCUMENTATION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file structure, GSPR checklist, risk management file, design &amp; development 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report, clinical investigation, SSCP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Biocompatibility, sterilization validation, electrical safety (IEC 60601), EMC, shelf life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lifecycle file, cybersecurity documentation, usability engineering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PMS plan &amp; report, PSUR, vigilance procedures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artifact = one entry: ISO 13485 clause + EU MDR article/annex + FDA QMSR reference + effort-hours + an evaluate() rule deciding Required / Conditional / Eliminated for the specific device — with a clause-cited justification either way.  </a:t>
            </a:r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35, not 200: every entry is human-verified against the regulation. Citation quality over checkbox coverage — one wrong citation costs more credibility than fifty missing artifacts.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“CHATGPT CAN CLASSIFY A DEVICE TOO”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right. That’s not the bar for compliance.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reproducible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device, different wording or different day → different class. A regulatory determination must give the same answer every time. Our engine is deterministic TypeScript with a regression gate.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103120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103120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212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signal when wrong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560320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LLM is equally confident on the borderline cases it gets wrong — and compliance is entirely about the borderline cases. A tool that’s usually right, with no way to tell when it isn’t, cannot be relied 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77056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867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you can’t trust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34256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hallucinate plausible clause numbers. Every DocLite citation was human-verified, is version-controlled, and links to the article on EUR-Lex. Click it and read the law.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3877056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877056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9867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show an auditor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4334256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“ChatGPT said we don’t need it” is a nonconformity. “Not required per Art. 61(4), recorded in our elimination register” is a defense. One is a chat transcript; the other is a regulatory artifact.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LLMs where fuzziness is safe — reading descriptions, reading images, critiquing, writing prose. Never for the determination. That split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ANTICIPATED QUESTIONS — ANSWERED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value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Large manufacturers already have every document — where’s the saving?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aren’t a one-time cost: each one is filled per device, reviewed, approved, updated on every design change, and defended at every audit — for the device’s life. Fewer documents = less recurring maintenance and less audit surface, multiplied across the whole portfolio. The bigger the company, the bigger the absolute saving.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Editing a ready template takes half an hour — what time are you saving?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expensive documents record work, not writing: a clinical investigation is a study (~400 h), IEC 60601 is a test-lab campaign, sterilization validation is physical runs. You cannot ‘edit’ a report for a test you never ran. Elimination removes the testing, studies, and reviews behind the paper — plus their lifetime of change control.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560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Does DocLite write the procedures we submit?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deliberately. Drafting tools exist; the unsolved problem is scope. DocLite outputs the documentation plan and the clause-cited elimination register — both audit-ready artifacts that go in the technical file as-is. Deciding and defending what the file contains is the layer nobody else owns.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ANTICIPATED QUESTIONS — ANSWERED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extension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How do you know the rules engine is correct?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from Annex VIII text per MDCG 2021-24; every engine change must pass a growing regression suite of expert-verified devices (8 cases today, incl. rule-tie, Rule 4 and Rule 12 traps); an adversarial GPT-5.4 auditor independently re-classifies at runtime and flags disagreement; and an RA professional signs off — we are decision support, not sign-off.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What happens when regulations change?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base is a version-controlled snapshot — deliberately not live-scraped, so every answer stays reproducible. Roadmap: monitored official sources (EUR-Lex, MDCG), human RA approval on every change, KB version stamped into each export, full regression re-run per update.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560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Why doesn’t it do FDA classification?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classification is an algorithm written in the law — 22 rules, directly encodable. FDA classification is a catalog (~1,700 product codes) — a matching problem, not a rules problem. Same architecture extends: AI suggests the product code (advisory), a deterministic lookup of the code’s exemption flags decides. QMSR documentation mapping is already built in.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in all three buckets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66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solidFill>
            <a:srgbClr val="E5F3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1248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the uniform-rigor baseline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148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834640"/>
            <a:ext cx="4892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 stethoscope sheds ~65% of the uniform paper trail; a Class III AI diagnostic keeps ~89% of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 — each device’s exact savings come from its specific artifact mix, not a fixed interpolation.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94560"/>
            <a:ext cx="2148840" cy="54864"/>
          </a:xfrm>
          <a:prstGeom prst="rect">
            <a:avLst/>
          </a:prstGeom>
          <a:solidFill>
            <a:srgbClr val="5C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44368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44368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194560"/>
            <a:ext cx="2148840" cy="54864"/>
          </a:xfrm>
          <a:prstGeom prst="rect">
            <a:avLst/>
          </a:prstGeom>
          <a:solidFill>
            <a:srgbClr val="966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02936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2936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94560"/>
            <a:ext cx="2148840" cy="54864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1504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37192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194560"/>
            <a:ext cx="2148840" cy="54864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720072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─────────────────────────────→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1–14 implemented (incl. wound-contact Rule 4 and infusion-pump Rule 12). Rules 15–22 (contraceptives, disinfectants, nanomaterials, inhaled/absorbed substances) remain roadmap.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330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946904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11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5065776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8448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3 advisory AI agents · clause-cited eliminations · Vite + React 19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2026-07-09T13:46:16Z</dcterms:created>
  <dcterms:modified xsi:type="dcterms:W3CDTF">2026-07-09T13:46:16Z</dcterms:modified>
</cp:coreProperties>
</file>