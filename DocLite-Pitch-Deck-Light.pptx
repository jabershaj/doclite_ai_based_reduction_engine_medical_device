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20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B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 I</c:v>
                  </c:pt>
                  <c:pt idx="1">
                    <c:v>Class III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20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1148" cy="105156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947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help you write 200 documents faster.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prove you only needed 80.”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 ·  3 advisory AI agents  ·  every decision clause-cited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 risk-based. Documentation practice isn’t.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3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 2017/745 explicitly scales requirements to device risk — that’s the whole premise of Annex VIII.
</a:t>
            </a:r>
            <a:pPr indent="0" marL="0">
              <a:lnSpc>
                <a:spcPts val="23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Manufacturers apply the same documentation rigor to a Class I stethoscope as to a Class III implant anyway.
</a:t>
            </a:r>
            <a:pPr indent="0" marL="0">
              <a:lnSpc>
                <a:spcPts val="23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tool defensibly maps device risk down to a minimal compliant documentation set — with proof for every cut.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0" y="1965960"/>
            <a:ext cx="4160520" cy="2377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965960"/>
            <a:ext cx="45720" cy="237744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1488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772400" y="32918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 risk classes (I, IIa, IIb, III) — one uniform paper trail applied across all of them, today.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EXISTING TOOLS DON’T FIX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optimizes the wrong variable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4406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 · Celegence CAPTIS · Greenlight Guru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200 documents faster.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440680" cy="3566160"/>
          </a:xfrm>
          <a:prstGeom prst="rect">
            <a:avLst/>
          </a:prstGeom>
          <a:solidFill>
            <a:srgbClr val="E3F2E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Risk-based reduction with regulatory proof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you only needed 80 of them — with clause-cited proof for every one removed.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 Rule ties are stated, never hidden.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tracked artifacts sorted into Required, Conditional, or Eliminated for that exact class.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EU MDR reference attach to every artifact — in all three buckets, eliminations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edges, deterministic engine at the core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025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device image (PNG/JPEG) · 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42616"/>
            <a:ext cx="5852160" cy="530352"/>
          </a:xfrm>
          <a:prstGeom prst="rect">
            <a:avLst/>
          </a:prstGeom>
          <a:solidFill>
            <a:srgbClr val="E3F2EF"/>
          </a:solidFill>
          <a:ln w="1778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791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 agents — Intake Parser · Auditor · Narrator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schema-constrained · offline mock fallback · advisory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1363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319272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355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 — 16 typed attributes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6118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fill the same form a human uses; no privileged write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8130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995928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032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— classify.ts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 · pure TypeScript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672584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× filter — 35 artifacts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49651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+ ISO 13485 / MDR / QMSR citation + effort-hours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534924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3858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class card · bucket tabs · traceability · export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03120" y="56418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 · Markdown export with disclaimer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Reasoning, vision &amp; prose models. API key injected server-side by the proxy — never in the browser bundle.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12848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in, same checklist out — every time. Fully reproducible, fully auditable, regression-gated.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direct answer to “you can’t let AI decide medical device compliance.” We don’t.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in all three buckets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66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solidFill>
            <a:srgbClr val="E5F3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1248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the uniform-rigor baseline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148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834640"/>
            <a:ext cx="4892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 stethoscope sheds ~65% of the uniform paper trail; a Class III AI diagnostic keeps ~89% of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 — each device’s exact savings come from its specific artifact mix, not a fixed interpolation.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94560"/>
            <a:ext cx="2148840" cy="54864"/>
          </a:xfrm>
          <a:prstGeom prst="rect">
            <a:avLst/>
          </a:prstGeom>
          <a:solidFill>
            <a:srgbClr val="5C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44368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44368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194560"/>
            <a:ext cx="2148840" cy="54864"/>
          </a:xfrm>
          <a:prstGeom prst="rect">
            <a:avLst/>
          </a:prstGeom>
          <a:solidFill>
            <a:srgbClr val="966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02936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2936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94560"/>
            <a:ext cx="2148840" cy="54864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1504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37192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194560"/>
            <a:ext cx="2148840" cy="54864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720072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─────────────────────────────→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Demo-scoped subset of Annex VIII. Rules 4, 12, and 15–22 (except 14) are not yet implemented.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330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946904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11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5065776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8448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3 advisory AI agents · clause-cited eliminations · Vite + React 19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2026-07-09T07:15:53Z</dcterms:created>
  <dcterms:modified xsi:type="dcterms:W3CDTF">2026-07-09T07:15:53Z</dcterms:modified>
</cp:coreProperties>
</file>